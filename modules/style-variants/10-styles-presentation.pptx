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BLOCKOUT ACCELERATION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9042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// CORE WORKFLOW // MESHY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133326"/>
            <a:ext cx="4064050" cy="571351"/>
          </a:xfrm>
          <a:prstGeom prst="rect">
            <a:avLst/>
          </a:prstGeom>
          <a:solidFill>
            <a:srgbClr val="1A0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133326"/>
            <a:ext cx="0" cy="571351"/>
          </a:xfrm>
          <a:prstGeom prst="line">
            <a:avLst/>
          </a:prstGeom>
          <a:noFill/>
          <a:ln w="38100">
            <a:solidFill>
              <a:srgbClr val="FF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050" y="1260277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6050" y="1444377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806178"/>
            <a:ext cx="4064050" cy="571351"/>
          </a:xfrm>
          <a:prstGeom prst="rect">
            <a:avLst/>
          </a:prstGeom>
          <a:solidFill>
            <a:srgbClr val="1A0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1806178"/>
            <a:ext cx="0" cy="571351"/>
          </a:xfrm>
          <a:prstGeom prst="line">
            <a:avLst/>
          </a:prstGeom>
          <a:noFill/>
          <a:ln w="38100">
            <a:solidFill>
              <a:srgbClr val="FF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050" y="1933129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6050" y="2117229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doing dirty 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479030"/>
            <a:ext cx="4064050" cy="571351"/>
          </a:xfrm>
          <a:prstGeom prst="rect">
            <a:avLst/>
          </a:prstGeom>
          <a:solidFill>
            <a:srgbClr val="1A0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479030"/>
            <a:ext cx="0" cy="571351"/>
          </a:xfrm>
          <a:prstGeom prst="line">
            <a:avLst/>
          </a:prstGeom>
          <a:noFill/>
          <a:ln w="38100">
            <a:solidFill>
              <a:srgbClr val="FF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050" y="2605980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6050" y="2790081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2D-to-3D interpretation errors cause rework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98950" y="1133326"/>
            <a:ext cx="4064050" cy="571351"/>
          </a:xfrm>
          <a:prstGeom prst="rect">
            <a:avLst/>
          </a:prstGeom>
          <a:solidFill>
            <a:srgbClr val="0A1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18000" y="1133326"/>
            <a:ext cx="0" cy="571351"/>
          </a:xfrm>
          <a:prstGeom prst="line">
            <a:avLst/>
          </a:prstGeom>
          <a:noFill/>
          <a:ln w="3810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001" y="1260277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001" y="1444377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1806178"/>
            <a:ext cx="4064050" cy="571351"/>
          </a:xfrm>
          <a:prstGeom prst="rect">
            <a:avLst/>
          </a:prstGeom>
          <a:solidFill>
            <a:srgbClr val="0A1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18000" y="1806178"/>
            <a:ext cx="0" cy="571351"/>
          </a:xfrm>
          <a:prstGeom prst="line">
            <a:avLst/>
          </a:prstGeom>
          <a:noFill/>
          <a:ln w="3810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001" y="1933129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001" y="2117229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go straight to ZBrush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2479030"/>
            <a:ext cx="4064050" cy="571351"/>
          </a:xfrm>
          <a:prstGeom prst="rect">
            <a:avLst/>
          </a:prstGeom>
          <a:solidFill>
            <a:srgbClr val="0A1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18000" y="2479030"/>
            <a:ext cx="0" cy="571351"/>
          </a:xfrm>
          <a:prstGeom prst="line">
            <a:avLst/>
          </a:prstGeom>
          <a:noFill/>
          <a:ln w="38100">
            <a:solidFill>
              <a:srgbClr val="CCF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001" y="2605980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001" y="2790081"/>
            <a:ext cx="3847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 art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3304282"/>
            <a:ext cx="2667000" cy="749201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535" y="3440757"/>
            <a:ext cx="24419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3535" y="380270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38500" y="3304282"/>
            <a:ext cx="2667000" cy="749201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51035" y="3440757"/>
            <a:ext cx="24419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351035" y="380270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SPEED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96000" y="3304282"/>
            <a:ext cx="2667000" cy="749201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08535" y="3440757"/>
            <a:ext cx="24419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08535" y="380270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1000" y="4205883"/>
            <a:ext cx="8382000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3360" y="4332684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01 // CYBERPUNK NEON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5143202" cy="812750"/>
          </a:xfrm>
          <a:prstGeom prst="rect">
            <a:avLst/>
          </a:prstGeom>
          <a:noFill/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488900"/>
            <a:ext cx="48963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BLOCKOUT ACCELERATION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2450" y="825401"/>
            <a:ext cx="48963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GAMING-001 // CORE 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1000" y="1592163"/>
            <a:ext cx="4032200" cy="0"/>
          </a:xfrm>
          <a:prstGeom prst="line">
            <a:avLst/>
          </a:prstGeom>
          <a:noFill/>
          <a:ln w="9525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1358801"/>
            <a:ext cx="4112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1749326"/>
            <a:ext cx="4032200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0525" y="1749326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000" y="1850827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blockout: 2-4 days/asset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212628"/>
            <a:ext cx="4032200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0525" y="2212628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000" y="2314129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talent on repetitive tasks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675930"/>
            <a:ext cx="4032200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0525" y="2675930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00" y="2777430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2D-3D interpretation 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30651" y="1592163"/>
            <a:ext cx="4032349" cy="0"/>
          </a:xfrm>
          <a:prstGeom prst="line">
            <a:avLst/>
          </a:prstGeom>
          <a:noFill/>
          <a:ln w="9525">
            <a:solidFill>
              <a:srgbClr val="CC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0651" y="1358801"/>
            <a:ext cx="4112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MESHY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0651" y="1749326"/>
            <a:ext cx="4032349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40176" y="1749326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651" y="1850827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80% complete high-poly 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0651" y="2212628"/>
            <a:ext cx="4032349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40176" y="2212628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651" y="2314129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to ZBrush refinement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0651" y="2675930"/>
            <a:ext cx="4032349" cy="336352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40176" y="2675930"/>
            <a:ext cx="0" cy="336352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6651" y="2777430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 volume visualization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1000" y="3334494"/>
            <a:ext cx="8382000" cy="0"/>
          </a:xfrm>
          <a:prstGeom prst="line">
            <a:avLst/>
          </a:prstGeom>
          <a:noFill/>
          <a:ln w="9525">
            <a:solidFill>
              <a:srgbClr val="CCF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000" y="3491657"/>
            <a:ext cx="933450" cy="660202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691" y="3628132"/>
            <a:ext cx="5440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5691" y="3910608"/>
            <a:ext cx="544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SAVED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04950" y="3491657"/>
            <a:ext cx="826740" cy="660202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700708" y="3628132"/>
            <a:ext cx="4352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3x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00708" y="3910608"/>
            <a:ext cx="4352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UP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522190" y="3491657"/>
            <a:ext cx="948779" cy="660202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16728" y="3628132"/>
            <a:ext cx="5597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1-2h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716728" y="3910608"/>
            <a:ext cx="5597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ASSET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675287" y="3678882"/>
            <a:ext cx="882402" cy="28575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11762" y="3764607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CONCEPT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33889" y="375032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62489" y="3678882"/>
            <a:ext cx="760512" cy="28575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98964" y="3764607"/>
            <a:ext cx="497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MESHY AI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99200" y="375032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27800" y="3678882"/>
            <a:ext cx="821382" cy="285750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64276" y="3764607"/>
            <a:ext cx="55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POLY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1000" y="4278809"/>
            <a:ext cx="2212777" cy="285750"/>
          </a:xfrm>
          <a:prstGeom prst="rect">
            <a:avLst/>
          </a:prstGeom>
          <a:noFill/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2925" y="4364534"/>
            <a:ext cx="1926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02 // BLUEPRINT TECHNICAL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</a:t>
            </a:r>
            <a:pPr algn="l"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Blockout</a:t>
            </a:r>
            <a:pPr algn="l" indent="0" marL="0">
              <a:spcAft>
                <a:spcPts val="5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52326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| Core Workflow | Powered by Meshy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1123801"/>
            <a:ext cx="4064050" cy="2266355"/>
          </a:xfrm>
          <a:prstGeom prst="roundRect">
            <a:avLst>
              <a:gd name="adj" fmla="val 6724"/>
            </a:avLst>
          </a:prstGeom>
          <a:solidFill>
            <a:srgbClr val="CCFF00">
              <a:alpha val="5000"/>
            </a:srgbClr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361926"/>
            <a:ext cx="3659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125" y="1685776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6075" y="1812727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9125" y="2174528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6075" y="2301478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artists stuck on repetitive tasks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9125" y="2663279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6075" y="2790230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950" y="1123801"/>
            <a:ext cx="4064050" cy="2266355"/>
          </a:xfrm>
          <a:prstGeom prst="roundRect">
            <a:avLst>
              <a:gd name="adj" fmla="val 6724"/>
            </a:avLst>
          </a:prstGeom>
          <a:solidFill>
            <a:srgbClr val="CCFF00">
              <a:alpha val="5000"/>
            </a:srgbClr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7075" y="1361926"/>
            <a:ext cx="3659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075" y="1685776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64026" y="1812727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075" y="2174528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4026" y="2301478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075" y="2663279"/>
            <a:ext cx="3587800" cy="387251"/>
          </a:xfrm>
          <a:prstGeom prst="roundRect">
            <a:avLst>
              <a:gd name="adj" fmla="val 19677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64026" y="2790230"/>
            <a:ext cx="3400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preview from concepts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618756"/>
            <a:ext cx="2667000" cy="930176"/>
          </a:xfrm>
          <a:prstGeom prst="roundRect">
            <a:avLst>
              <a:gd name="adj" fmla="val 13653"/>
            </a:avLst>
          </a:prstGeom>
          <a:solidFill>
            <a:srgbClr val="CCFF00">
              <a:alpha val="8000"/>
            </a:srgbClr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356" y="381878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8356" y="42346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38500" y="3618756"/>
            <a:ext cx="2667000" cy="930176"/>
          </a:xfrm>
          <a:prstGeom prst="roundRect">
            <a:avLst>
              <a:gd name="adj" fmla="val 13653"/>
            </a:avLst>
          </a:prstGeom>
          <a:solidFill>
            <a:srgbClr val="CCFF00">
              <a:alpha val="8000"/>
            </a:srgbClr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15856" y="381878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15856" y="42346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96000" y="3618756"/>
            <a:ext cx="2667000" cy="930176"/>
          </a:xfrm>
          <a:prstGeom prst="roundRect">
            <a:avLst>
              <a:gd name="adj" fmla="val 13653"/>
            </a:avLst>
          </a:prstGeom>
          <a:solidFill>
            <a:srgbClr val="CCFF00">
              <a:alpha val="8000"/>
            </a:srgbClr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73356" y="381878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73356" y="42346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3360" y="4701332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03 // GLASSMORPHISM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8361" y="253901"/>
            <a:ext cx="2987278" cy="536377"/>
          </a:xfrm>
          <a:prstGeom prst="rect">
            <a:avLst/>
          </a:prstGeom>
          <a:solidFill>
            <a:srgbClr val="CCFF00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11150" y="393502"/>
            <a:ext cx="23217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BLOCKOUT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2359" y="891778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LEVEL: GAMING // CORE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7450" y="1437829"/>
            <a:ext cx="4127599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7450" y="1225153"/>
            <a:ext cx="4210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 ENCOUNTERS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450" y="1548854"/>
            <a:ext cx="4127599" cy="355402"/>
          </a:xfrm>
          <a:prstGeom prst="rect">
            <a:avLst/>
          </a:prstGeom>
          <a:solidFill>
            <a:srgbClr val="1A0000"/>
          </a:solidFill>
          <a:ln w="19050">
            <a:solidFill>
              <a:srgbClr val="FF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001" y="1669405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BOSS: Manual Blockout (2-4 DAYS)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450" y="1980456"/>
            <a:ext cx="4127599" cy="355402"/>
          </a:xfrm>
          <a:prstGeom prst="rect">
            <a:avLst/>
          </a:prstGeom>
          <a:solidFill>
            <a:srgbClr val="1A0000"/>
          </a:solidFill>
          <a:ln w="19050">
            <a:solidFill>
              <a:srgbClr val="FF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001" y="2101007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TRAP: Senior Talent Wasted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7450" y="2412057"/>
            <a:ext cx="4127599" cy="355402"/>
          </a:xfrm>
          <a:prstGeom prst="rect">
            <a:avLst/>
          </a:prstGeom>
          <a:solidFill>
            <a:srgbClr val="1A0000"/>
          </a:solidFill>
          <a:ln w="19050">
            <a:solidFill>
              <a:srgbClr val="FF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001" y="2532608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HAZARD: 2D-3D Errors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98950" y="1437829"/>
            <a:ext cx="4127599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8950" y="1225153"/>
            <a:ext cx="4210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POWER-UPS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8950" y="1548854"/>
            <a:ext cx="4127599" cy="355402"/>
          </a:xfrm>
          <a:prstGeom prst="rect">
            <a:avLst/>
          </a:prstGeom>
          <a:solidFill>
            <a:srgbClr val="0A1A0A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9501" y="1669405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 80% High-Poly Base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8950" y="1980456"/>
            <a:ext cx="4127599" cy="355402"/>
          </a:xfrm>
          <a:prstGeom prst="rect">
            <a:avLst/>
          </a:prstGeom>
          <a:solidFill>
            <a:srgbClr val="0A1A0A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501" y="2101007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SKIP: Direct to ZBrush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98950" y="2412057"/>
            <a:ext cx="4127599" cy="355402"/>
          </a:xfrm>
          <a:prstGeom prst="rect">
            <a:avLst/>
          </a:prstGeom>
          <a:solidFill>
            <a:srgbClr val="0A1A0A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501" y="2532608"/>
            <a:ext cx="39642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INSTANT: Volume Preview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7450" y="3005584"/>
            <a:ext cx="8509099" cy="0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3866" y="3167509"/>
            <a:ext cx="544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SAVED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53866" y="3310384"/>
            <a:ext cx="5440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04183" y="3167509"/>
            <a:ext cx="598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BOOST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04183" y="3310384"/>
            <a:ext cx="5984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3X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07475" y="3167509"/>
            <a:ext cx="6840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ASSET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107475" y="3310384"/>
            <a:ext cx="684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1-2H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32359" y="3751659"/>
            <a:ext cx="8679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COIN TO CONTINUE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7268" y="3986510"/>
            <a:ext cx="8679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04 // RETRO ARCADE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Blockout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888950"/>
            <a:ext cx="634901" cy="25301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41202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Acceleration | Gaming Industry | Meshy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7950" y="1788765"/>
            <a:ext cx="38100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1501527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7475" y="1984028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400" y="1984028"/>
            <a:ext cx="371132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blockout takes 2-4 days per asset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7475" y="2326779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400" y="2326779"/>
            <a:ext cx="371132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talent stuck on repetitive tasks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7475" y="2669530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400" y="2669530"/>
            <a:ext cx="371132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to 3D interpretation causes rework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25901" y="1788765"/>
            <a:ext cx="381014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5901" y="1501527"/>
            <a:ext cx="3886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35426" y="1984028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7351" y="1984028"/>
            <a:ext cx="371147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generates 80% complete high-poly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35426" y="2326779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7351" y="2326779"/>
            <a:ext cx="371147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blockout, direct to refinement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35426" y="2669530"/>
            <a:ext cx="0" cy="1903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7351" y="2669530"/>
            <a:ext cx="371147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volume visualization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950" y="3270945"/>
            <a:ext cx="8128099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454" y="3466207"/>
            <a:ext cx="764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0454" y="3929658"/>
            <a:ext cx="764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32673" y="3466207"/>
            <a:ext cx="6043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32673" y="3929658"/>
            <a:ext cx="604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UP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05168" y="3466207"/>
            <a:ext cx="7052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1-2h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05168" y="3929658"/>
            <a:ext cx="7052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ASSET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5388" y="4234458"/>
            <a:ext cx="82906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5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05 // MINIMAL ZEN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450"/>
            <a:ext cx="739229" cy="190500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55550"/>
            <a:ext cx="495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1000" y="60945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Blockout Acceleration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025277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Solution | Core 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1358652"/>
            <a:ext cx="4064050" cy="1596479"/>
          </a:xfrm>
          <a:prstGeom prst="roundRect">
            <a:avLst>
              <a:gd name="adj" fmla="val 6364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1500" y="1807815"/>
            <a:ext cx="36830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549152"/>
            <a:ext cx="37567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0283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201" y="1964978"/>
            <a:ext cx="2151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" y="22949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201" y="2231529"/>
            <a:ext cx="1931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on repetitive tasks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256148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9201" y="2498080"/>
            <a:ext cx="1957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98950" y="1358652"/>
            <a:ext cx="4064050" cy="1596479"/>
          </a:xfrm>
          <a:prstGeom prst="roundRect">
            <a:avLst>
              <a:gd name="adj" fmla="val 6364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89450" y="1807815"/>
            <a:ext cx="36830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9450" y="1549152"/>
            <a:ext cx="37567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9450" y="20283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67151" y="1964978"/>
            <a:ext cx="228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89450" y="22949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67151" y="2231529"/>
            <a:ext cx="2015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9450" y="256148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67151" y="2498080"/>
            <a:ext cx="2190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3145631"/>
            <a:ext cx="2667000" cy="793700"/>
          </a:xfrm>
          <a:prstGeom prst="roundRect">
            <a:avLst>
              <a:gd name="adj" fmla="val 1280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9778" y="3298031"/>
            <a:ext cx="24094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9778" y="3672632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38500" y="3145631"/>
            <a:ext cx="2667000" cy="793700"/>
          </a:xfrm>
          <a:prstGeom prst="roundRect">
            <a:avLst>
              <a:gd name="adj" fmla="val 1280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7278" y="3298031"/>
            <a:ext cx="24094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67278" y="3672632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96000" y="3145631"/>
            <a:ext cx="2667000" cy="793700"/>
          </a:xfrm>
          <a:prstGeom prst="roundRect">
            <a:avLst>
              <a:gd name="adj" fmla="val 12801"/>
            </a:avLst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24778" y="3298031"/>
            <a:ext cx="24094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24778" y="3672632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1000" y="4096494"/>
            <a:ext cx="83820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000" y="4228207"/>
            <a:ext cx="22079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Concept </a:t>
            </a:r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Meshy AI </a:t>
            </a:r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Poly </a:t>
            </a:r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ZBrush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03616" y="4228207"/>
            <a:ext cx="12845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06 // DARK MODE PRO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2539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BLOCKOUT </a:t>
            </a:r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7180" y="707827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| Core Workflow | Meshy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1041202"/>
            <a:ext cx="4032200" cy="2171105"/>
          </a:xfrm>
          <a:prstGeom prst="roundRect">
            <a:avLst>
              <a:gd name="adj" fmla="val 5850"/>
            </a:avLst>
          </a:prstGeom>
          <a:solidFill>
            <a:srgbClr val="0A0F0F"/>
          </a:solidFill>
          <a:ln w="9525">
            <a:solidFill>
              <a:srgbClr val="1A25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1241227"/>
            <a:ext cx="37047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1025" y="1546027"/>
            <a:ext cx="3632150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546027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025" y="1672977"/>
            <a:ext cx="3426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1025" y="2034778"/>
            <a:ext cx="3632150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2034778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7025" y="2161729"/>
            <a:ext cx="3426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on repetitive tasks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1025" y="2523530"/>
            <a:ext cx="3632150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550" y="2523530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025" y="2650480"/>
            <a:ext cx="3426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30651" y="1041202"/>
            <a:ext cx="4032349" cy="2171105"/>
          </a:xfrm>
          <a:prstGeom prst="roundRect">
            <a:avLst>
              <a:gd name="adj" fmla="val 5850"/>
            </a:avLst>
          </a:prstGeom>
          <a:solidFill>
            <a:srgbClr val="0A0F0F"/>
          </a:solidFill>
          <a:ln w="9525">
            <a:solidFill>
              <a:srgbClr val="1A25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0676" y="1241227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0676" y="1546027"/>
            <a:ext cx="3632299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940201" y="1546027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6676" y="1672977"/>
            <a:ext cx="3426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0676" y="2034778"/>
            <a:ext cx="3632299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940201" y="2034778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6676" y="2161729"/>
            <a:ext cx="3426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0676" y="2523530"/>
            <a:ext cx="3632299" cy="387251"/>
          </a:xfrm>
          <a:prstGeom prst="roundRect">
            <a:avLst>
              <a:gd name="adj" fmla="val 19677"/>
            </a:avLst>
          </a:prstGeom>
          <a:solidFill>
            <a:srgbClr val="080C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940201" y="2523530"/>
            <a:ext cx="0" cy="387251"/>
          </a:xfrm>
          <a:prstGeom prst="line">
            <a:avLst/>
          </a:prstGeom>
          <a:noFill/>
          <a:ln w="19050">
            <a:solidFill>
              <a:srgbClr val="CC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6676" y="2650480"/>
            <a:ext cx="3426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3402806"/>
            <a:ext cx="2667000" cy="949226"/>
          </a:xfrm>
          <a:prstGeom prst="roundRect">
            <a:avLst>
              <a:gd name="adj" fmla="val 13379"/>
            </a:avLst>
          </a:prstGeom>
          <a:solidFill>
            <a:srgbClr val="0A0F0F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8356" y="3602831"/>
            <a:ext cx="23122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8356" y="40377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38500" y="3402806"/>
            <a:ext cx="2667000" cy="949226"/>
          </a:xfrm>
          <a:prstGeom prst="roundRect">
            <a:avLst>
              <a:gd name="adj" fmla="val 13379"/>
            </a:avLst>
          </a:prstGeom>
          <a:solidFill>
            <a:srgbClr val="0A0F0F"/>
          </a:solidFill>
          <a:ln w="9525">
            <a:solidFill>
              <a:srgbClr val="1A25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15856" y="3602831"/>
            <a:ext cx="23122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15856" y="40377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96000" y="3402806"/>
            <a:ext cx="2667000" cy="949226"/>
          </a:xfrm>
          <a:prstGeom prst="roundRect">
            <a:avLst>
              <a:gd name="adj" fmla="val 13379"/>
            </a:avLst>
          </a:prstGeom>
          <a:solidFill>
            <a:srgbClr val="0A0F0F"/>
          </a:solidFill>
          <a:ln w="9525">
            <a:solidFill>
              <a:srgbClr val="1A252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73356" y="3602831"/>
            <a:ext cx="23122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73356" y="403770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7180" y="4504432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-&gt; AI GEN -&gt; HIGH POLY -&gt; ZBRUSH -&gt; GAME READY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97180" y="4720233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07 // AURORA GLOW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253901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</a:t>
            </a:r>
            <a:pPr algn="l" indent="0" marL="0">
              <a:buNone/>
            </a:pPr>
            <a:r>
              <a:rPr lang="en-US" sz="2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Blockout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17450" y="628501"/>
            <a:ext cx="8679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Solution | Core Workflow | Meshy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17450" y="914251"/>
            <a:ext cx="41593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3926" y="822275"/>
            <a:ext cx="451247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327" y="822275"/>
            <a:ext cx="330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79375" y="1076176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7450" y="1498402"/>
            <a:ext cx="41593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3926" y="1406426"/>
            <a:ext cx="451247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7327" y="1406426"/>
            <a:ext cx="330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9375" y="1660327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on repetitive tasks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7450" y="2082552"/>
            <a:ext cx="41593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3926" y="1990576"/>
            <a:ext cx="451247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327" y="1990576"/>
            <a:ext cx="330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03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9375" y="2244477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914251"/>
            <a:ext cx="4159300" cy="457200"/>
          </a:xfrm>
          <a:prstGeom prst="rect">
            <a:avLst/>
          </a:prstGeom>
          <a:solidFill>
            <a:srgbClr val="0A1A0A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3725" y="822275"/>
            <a:ext cx="388590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67126" y="822275"/>
            <a:ext cx="2670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01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29175" y="1076176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498402"/>
            <a:ext cx="4159300" cy="457200"/>
          </a:xfrm>
          <a:prstGeom prst="rect">
            <a:avLst/>
          </a:prstGeom>
          <a:solidFill>
            <a:srgbClr val="0A1A0A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3725" y="1406426"/>
            <a:ext cx="388590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67126" y="1406426"/>
            <a:ext cx="2670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29175" y="1660327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7250" y="2082552"/>
            <a:ext cx="4159300" cy="457200"/>
          </a:xfrm>
          <a:prstGeom prst="rect">
            <a:avLst/>
          </a:prstGeom>
          <a:solidFill>
            <a:srgbClr val="0A1A0A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3725" y="1990576"/>
            <a:ext cx="388590" cy="95250"/>
          </a:xfrm>
          <a:prstGeom prst="rect">
            <a:avLst/>
          </a:prstGeom>
          <a:solidFill>
            <a:srgbClr val="0808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7126" y="1990576"/>
            <a:ext cx="2670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29175" y="2244477"/>
            <a:ext cx="3912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7450" y="2819102"/>
            <a:ext cx="2734717" cy="752475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5267" y="2981027"/>
            <a:ext cx="24590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5267" y="3314402"/>
            <a:ext cx="24590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04567" y="2819102"/>
            <a:ext cx="2734866" cy="752475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42382" y="2981027"/>
            <a:ext cx="245923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42382" y="3314402"/>
            <a:ext cx="24592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91833" y="2819102"/>
            <a:ext cx="2734717" cy="752475"/>
          </a:xfrm>
          <a:prstGeom prst="rect">
            <a:avLst/>
          </a:prstGeom>
          <a:solidFill>
            <a:srgbClr val="111111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29649" y="2981027"/>
            <a:ext cx="24590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29649" y="3314402"/>
            <a:ext cx="24590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17450" y="3698528"/>
            <a:ext cx="8509099" cy="749201"/>
          </a:xfrm>
          <a:prstGeom prst="rect">
            <a:avLst/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8084" y="3930253"/>
            <a:ext cx="860078" cy="285750"/>
          </a:xfrm>
          <a:prstGeom prst="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980009" y="4015978"/>
            <a:ext cx="5469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Concept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805113" y="3987403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71813" y="3930253"/>
            <a:ext cx="741462" cy="285750"/>
          </a:xfrm>
          <a:prstGeom prst="rect">
            <a:avLst/>
          </a:prstGeom>
          <a:solidFill>
            <a:srgbClr val="1A1A1A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233738" y="4015978"/>
            <a:ext cx="4259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AI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40225" y="3987403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06925" y="3930253"/>
            <a:ext cx="758428" cy="285750"/>
          </a:xfrm>
          <a:prstGeom prst="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368850" y="4015978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Poly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92303" y="3987403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59003" y="3930253"/>
            <a:ext cx="651123" cy="285750"/>
          </a:xfrm>
          <a:prstGeom prst="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20928" y="4015978"/>
            <a:ext cx="3338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ZBrush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37077" y="3987403"/>
            <a:ext cx="142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3777" y="3930253"/>
            <a:ext cx="922139" cy="285750"/>
          </a:xfrm>
          <a:prstGeom prst="rect">
            <a:avLst/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65702" y="4015978"/>
            <a:ext cx="61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Ready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47268" y="4549229"/>
            <a:ext cx="8679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08 // ISOMETRIC BLOCKS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450" y="1115764"/>
            <a:ext cx="8509099" cy="0"/>
          </a:xfrm>
          <a:prstGeom prst="line">
            <a:avLst/>
          </a:prstGeom>
          <a:noFill/>
          <a:ln w="47625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7450" y="253901"/>
            <a:ext cx="86792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 BLOCKOUT ACCELERATION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7450" y="822127"/>
            <a:ext cx="8679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| Core Workflow | Meshy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1330077"/>
            <a:ext cx="4127599" cy="333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406277"/>
            <a:ext cx="39511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450" y="1764953"/>
            <a:ext cx="4127599" cy="4253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3451" y="191095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450" y="2266504"/>
            <a:ext cx="4127599" cy="4253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3451" y="2412504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on repetitive tasks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7450" y="2768054"/>
            <a:ext cx="4127599" cy="4253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451" y="2914055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1330077"/>
            <a:ext cx="4127599" cy="333375"/>
          </a:xfrm>
          <a:prstGeom prst="rect">
            <a:avLst/>
          </a:prstGeom>
          <a:solidFill>
            <a:srgbClr val="CCFF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901" y="1406277"/>
            <a:ext cx="39511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MESHY SOLUTION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98950" y="1764953"/>
            <a:ext cx="4127599" cy="425351"/>
          </a:xfrm>
          <a:prstGeom prst="rect">
            <a:avLst/>
          </a:prstGeom>
          <a:noFill/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4951" y="1910953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2266504"/>
            <a:ext cx="4127599" cy="425351"/>
          </a:xfrm>
          <a:prstGeom prst="rect">
            <a:avLst/>
          </a:prstGeom>
          <a:noFill/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4951" y="2412504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2768054"/>
            <a:ext cx="4127599" cy="425351"/>
          </a:xfrm>
          <a:prstGeom prst="rect">
            <a:avLst/>
          </a:prstGeom>
          <a:noFill/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4951" y="2914055"/>
            <a:ext cx="3912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7450" y="3460105"/>
            <a:ext cx="2836366" cy="1063526"/>
          </a:xfrm>
          <a:prstGeom prst="rect">
            <a:avLst/>
          </a:prstGeom>
          <a:solidFill>
            <a:srgbClr val="111111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8007" y="3669655"/>
            <a:ext cx="25952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8007" y="4199781"/>
            <a:ext cx="25952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53817" y="3460105"/>
            <a:ext cx="2836366" cy="1063526"/>
          </a:xfrm>
          <a:prstGeom prst="rect">
            <a:avLst/>
          </a:prstGeom>
          <a:solidFill>
            <a:srgbClr val="111111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74374" y="3669655"/>
            <a:ext cx="25952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74374" y="4199781"/>
            <a:ext cx="25952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90183" y="3460105"/>
            <a:ext cx="2836366" cy="1063526"/>
          </a:xfrm>
          <a:prstGeom prst="rect">
            <a:avLst/>
          </a:prstGeom>
          <a:solidFill>
            <a:srgbClr val="111111"/>
          </a:solidFill>
          <a:ln w="19050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10740" y="3669655"/>
            <a:ext cx="25952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1-2H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10740" y="4199781"/>
            <a:ext cx="25952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7268" y="4650581"/>
            <a:ext cx="86792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09 // BRUTALIST RAW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</a:t>
            </a:r>
            <a:pPr algn="l" indent="0" marL="0">
              <a:buNone/>
            </a:pPr>
            <a:r>
              <a:rPr lang="en-US" sz="24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Blockout</a:t>
            </a:r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44426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Industry | Core Workflow | Meshy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977801"/>
            <a:ext cx="4064050" cy="2304455"/>
          </a:xfrm>
          <a:prstGeom prst="roundRect">
            <a:avLst>
              <a:gd name="adj" fmla="val 8267"/>
            </a:avLst>
          </a:prstGeom>
          <a:solidFill>
            <a:srgbClr val="0E0E0E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215926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9125" y="1520726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1657201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blockout takes 2-4 days per asset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9125" y="2028527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165003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talent stuck on repetitive tasks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9125" y="2536329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050" y="2672804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to 3D interpretation causes rework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8950" y="977801"/>
            <a:ext cx="4064050" cy="2304455"/>
          </a:xfrm>
          <a:prstGeom prst="roundRect">
            <a:avLst>
              <a:gd name="adj" fmla="val 8267"/>
            </a:avLst>
          </a:prstGeom>
          <a:solidFill>
            <a:srgbClr val="0E0E0E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7075" y="1215926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075" y="1520726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99000" y="1657201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80% complete high-poly bases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075" y="2028527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99000" y="2165003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blockout, straight to ZBrush polish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075" y="2536329"/>
            <a:ext cx="3587800" cy="406301"/>
          </a:xfrm>
          <a:prstGeom prst="roundRect">
            <a:avLst>
              <a:gd name="adj" fmla="val 25006"/>
            </a:avLst>
          </a:prstGeom>
          <a:solidFill>
            <a:srgbClr val="0A0A0A"/>
          </a:solidFill>
          <a:ln w="9525">
            <a:solidFill>
              <a:srgbClr val="15151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99000" y="2672804"/>
            <a:ext cx="3329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volume visualization from concepts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409206"/>
            <a:ext cx="2667000" cy="930176"/>
          </a:xfrm>
          <a:prstGeom prst="roundRect">
            <a:avLst>
              <a:gd name="adj" fmla="val 16384"/>
            </a:avLst>
          </a:prstGeom>
          <a:solidFill>
            <a:srgbClr val="0E0E0E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356" y="360923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8356" y="402505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38500" y="3409206"/>
            <a:ext cx="2667000" cy="930176"/>
          </a:xfrm>
          <a:prstGeom prst="roundRect">
            <a:avLst>
              <a:gd name="adj" fmla="val 16384"/>
            </a:avLst>
          </a:prstGeom>
          <a:solidFill>
            <a:srgbClr val="0E0E0E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15856" y="360923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15856" y="402505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96000" y="3409206"/>
            <a:ext cx="2667000" cy="930176"/>
          </a:xfrm>
          <a:prstGeom prst="roundRect">
            <a:avLst>
              <a:gd name="adj" fmla="val 16384"/>
            </a:avLst>
          </a:prstGeom>
          <a:solidFill>
            <a:srgbClr val="0E0E0E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73356" y="3609231"/>
            <a:ext cx="2312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1-2h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273356" y="402505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1000" y="4560094"/>
            <a:ext cx="702171" cy="260152"/>
          </a:xfrm>
          <a:prstGeom prst="roundRect">
            <a:avLst>
              <a:gd name="adj" fmla="val 73226"/>
            </a:avLst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2925" y="4633020"/>
            <a:ext cx="385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4672" y="4618732"/>
            <a:ext cx="118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02705" y="4560094"/>
            <a:ext cx="622995" cy="260152"/>
          </a:xfrm>
          <a:prstGeom prst="roundRect">
            <a:avLst>
              <a:gd name="adj" fmla="val 73226"/>
            </a:avLst>
          </a:prstGeom>
          <a:solidFill>
            <a:srgbClr val="0A0A0A"/>
          </a:solidFill>
          <a:ln w="9525">
            <a:solidFill>
              <a:srgbClr val="CCFF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64630" y="4633020"/>
            <a:ext cx="305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27200" y="4618732"/>
            <a:ext cx="118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45234" y="4560094"/>
            <a:ext cx="758428" cy="260152"/>
          </a:xfrm>
          <a:prstGeom prst="roundRect">
            <a:avLst>
              <a:gd name="adj" fmla="val 73226"/>
            </a:avLst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07159" y="4633020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Poly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5163" y="4618732"/>
            <a:ext cx="118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3196" y="4560094"/>
            <a:ext cx="922139" cy="260152"/>
          </a:xfrm>
          <a:prstGeom prst="roundRect">
            <a:avLst>
              <a:gd name="adj" fmla="val 73226"/>
            </a:avLst>
          </a:prstGeom>
          <a:solidFill>
            <a:srgbClr val="0A0A0A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585121" y="4633020"/>
            <a:ext cx="61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Ready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21004" y="4642545"/>
            <a:ext cx="14708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10 // NEUMORPHISM SOFT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Styles - Asset Blockout Acceleration</dc:title>
  <dc:subject>PptxGenJS Presentation</dc:subject>
  <dc:creator>Meshy AI</dc:creator>
  <cp:lastModifiedBy>Meshy AI</cp:lastModifiedBy>
  <cp:revision>1</cp:revision>
  <dcterms:created xsi:type="dcterms:W3CDTF">2026-01-31T17:32:09Z</dcterms:created>
  <dcterms:modified xsi:type="dcterms:W3CDTF">2026-01-31T17:32:09Z</dcterms:modified>
</cp:coreProperties>
</file>