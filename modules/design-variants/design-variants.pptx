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2026\0127_PlaybookSolutions\design-variants\bg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0" y="548640"/>
            <a:ext cx="2194560" cy="365760"/>
          </a:xfrm>
          <a:prstGeom prst="rect">
            <a:avLst/>
          </a:prstGeom>
          <a:solidFill>
            <a:srgbClr val="6366F1">
              <a:alpha val="20000"/>
            </a:srgbClr>
          </a:solidFill>
          <a:ln>
            <a:solidFill>
              <a:srgbClr val="6366F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F1"/>
                </a:solidFill>
              </a:rPr>
              <a:t>Style 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Solutions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Revolutionizing Traditional Art Workflow with 3D Gen AI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2468880"/>
            <a:ext cx="6400800" cy="1280160"/>
          </a:xfrm>
          <a:prstGeom prst="roundRect">
            <a:avLst>
              <a:gd name="adj" fmla="val 1071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0312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11480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39319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Trial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Glassmorphism Premium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2026\0127_PlaybookSolutions\design-variants\bg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0" y="548640"/>
            <a:ext cx="21945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Style 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Solutions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Revolutionizing Traditional Art Workflow with 3D Gen AI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2468880"/>
            <a:ext cx="6400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10312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0312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11480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39319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Trial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Minimalist Monochrome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2026\0127_PlaybookSolutions\design-variants\bg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0" y="548640"/>
            <a:ext cx="2194560" cy="365760"/>
          </a:xfrm>
          <a:prstGeom prst="rect">
            <a:avLst/>
          </a:prstGeom>
          <a:solidFill>
            <a:srgbClr val="06B6D4">
              <a:alpha val="20000"/>
            </a:srgbClr>
          </a:solidFill>
          <a:ln>
            <a:solidFill>
              <a:srgbClr val="06B6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Style 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Solutions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Revolutionizing Traditional Art Workflow with 3D Gen AI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2468880"/>
            <a:ext cx="6400800" cy="1280160"/>
          </a:xfrm>
          <a:prstGeom prst="roundRect">
            <a:avLst>
              <a:gd name="adj" fmla="val 1071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0312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11480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39319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06B6D4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Trial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Aurora Gradient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2026\0127_PlaybookSolutions\design-variants\bg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0" y="548640"/>
            <a:ext cx="2194560" cy="365760"/>
          </a:xfrm>
          <a:prstGeom prst="rect">
            <a:avLst/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Style 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Solutions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Revolutionizing Traditional Art Workflow with 3D Gen AI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2468880"/>
            <a:ext cx="6400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10312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0312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11480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39319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Trial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Corporate Professional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2026\0127_PlaybookSolutions\design-variants\bg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0" y="548640"/>
            <a:ext cx="2194560" cy="365760"/>
          </a:xfrm>
          <a:prstGeom prst="rect">
            <a:avLst/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Style 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Solutions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Revolutionizing Traditional Art Workflow with 3D Gen AI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2468880"/>
            <a:ext cx="6400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10312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0312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11480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3931920"/>
            <a:ext cx="2377440" cy="457200"/>
          </a:xfrm>
          <a:prstGeom prst="rect">
            <a:avLst/>
          </a:prstGeom>
          <a:solidFill>
            <a:srgbClr val="FACC1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8328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Trial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Neubrutalism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2026\0127_PlaybookSolutions\design-variants\bg-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0" y="548640"/>
            <a:ext cx="2194560" cy="365760"/>
          </a:xfrm>
          <a:prstGeom prst="rect">
            <a:avLst/>
          </a:prstGeom>
          <a:solidFill>
            <a:srgbClr val="D4AF37">
              <a:alpha val="20000"/>
            </a:srgbClr>
          </a:solidFill>
          <a:ln>
            <a:solidFill>
              <a:srgbClr val="D4AF3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Style 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Solutions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Revolutionizing Traditional Art Workflow with 3D Gen AI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2468880"/>
            <a:ext cx="6400800" cy="1280160"/>
          </a:xfrm>
          <a:prstGeom prst="roundRect">
            <a:avLst>
              <a:gd name="adj" fmla="val 1071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0312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11480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39319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Trial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Dark Luxury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2026\0127_PlaybookSolutions\design-variants\bg-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0" y="548640"/>
            <a:ext cx="2194560" cy="365760"/>
          </a:xfrm>
          <a:prstGeom prst="rect">
            <a:avLst/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Style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Solutions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Revolutionizing Traditional Art Workflow with 3D Gen AI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2468880"/>
            <a:ext cx="6400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10312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0312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11480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39319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A855F7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Trial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Soft Pastel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2026\0127_PlaybookSolutions\design-variants\bg-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0" y="548640"/>
            <a:ext cx="2194560" cy="365760"/>
          </a:xfrm>
          <a:prstGeom prst="rect">
            <a:avLst/>
          </a:prstGeom>
          <a:solidFill>
            <a:srgbClr val="FF00FF">
              <a:alpha val="20000"/>
            </a:srgbClr>
          </a:solidFill>
          <a:ln>
            <a:solidFill>
              <a:srgbClr val="FF0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00FF"/>
                </a:solidFill>
              </a:rPr>
              <a:t>Style 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Solutions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Revolutionizing Traditional Art Workflow with 3D Gen AI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2468880"/>
            <a:ext cx="6400800" cy="1280160"/>
          </a:xfrm>
          <a:prstGeom prst="roundRect">
            <a:avLst>
              <a:gd name="adj" fmla="val 1071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0312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11480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39319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00FF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Trial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Cyberpunk Futuristic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2026\0127_PlaybookSolutions\design-variants\bg-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0" y="548640"/>
            <a:ext cx="2194560" cy="365760"/>
          </a:xfrm>
          <a:prstGeom prst="rect">
            <a:avLst/>
          </a:prstGeom>
          <a:solidFill>
            <a:srgbClr val="16653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Style 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Solutions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Revolutionizing Traditional Art Workflow with 3D Gen AI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2468880"/>
            <a:ext cx="6400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10312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0312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11480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39319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166534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Trial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Nature Organic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2026\0127_PlaybookSolutions\design-variants\bg-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0" y="548640"/>
            <a:ext cx="2194560" cy="365760"/>
          </a:xfrm>
          <a:prstGeom prst="rect">
            <a:avLst/>
          </a:prstGeom>
          <a:solidFill>
            <a:srgbClr val="7C3AED">
              <a:alpha val="20000"/>
            </a:srgbClr>
          </a:solidFill>
          <a:ln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Style 10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Solutions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Revolutionizing Traditional Art Workflow with 3D Gen AI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2468880"/>
            <a:ext cx="6400800" cy="1280160"/>
          </a:xfrm>
          <a:prstGeom prst="roundRect">
            <a:avLst>
              <a:gd name="adj" fmla="val 1071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0312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11480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39319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Trial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3D Tech Gradient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Playbook Solutions - 10 Design Variants</dc:title>
  <dc:subject>PptxGenJS Presentation</dc:subject>
  <dc:creator>UI/UX Pro Max</dc:creator>
  <cp:lastModifiedBy>UI/UX Pro Max</cp:lastModifiedBy>
  <cp:revision>1</cp:revision>
  <dcterms:created xsi:type="dcterms:W3CDTF">2026-01-31T16:55:03Z</dcterms:created>
  <dcterms:modified xsi:type="dcterms:W3CDTF">2026-01-31T16:55:03Z</dcterms:modified>
</cp:coreProperties>
</file>