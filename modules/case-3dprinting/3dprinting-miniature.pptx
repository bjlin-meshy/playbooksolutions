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34901" y="-634901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382000" cy="23485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24125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26852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Full-Color </a:t>
            </a:r>
            <a:pPr algn="l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Miniature</a:t>
            </a:r>
            <a:pPr algn="l" indent="0" marL="0">
              <a:spcAft>
                <a:spcPts val="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Customization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81000" y="1072902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3D Print-Ready Asset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05633" y="1581150"/>
            <a:ext cx="4732734" cy="2250877"/>
          </a:xfrm>
          <a:prstGeom prst="rect">
            <a:avLst/>
          </a:prstGeom>
          <a:solidFill>
            <a:srgbClr val="0D0D0D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29174" y="1578025"/>
            <a:ext cx="1885652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15620" y="2377976"/>
            <a:ext cx="351276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000"/>
              </a:spcAft>
              <a:buNone/>
            </a:pPr>
            <a:r>
              <a:rPr lang="en-US" sz="40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815620" y="3085951"/>
            <a:ext cx="35127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Printing Industry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15620" y="3400276"/>
            <a:ext cx="35127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customer request to print-ready file in under 30 minutes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14357" y="4188023"/>
            <a:ext cx="43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14357" y="4483298"/>
            <a:ext cx="432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18229" y="4188023"/>
            <a:ext cx="5181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3MF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8229" y="4483298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08127" y="4188023"/>
            <a:ext cx="4214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08127" y="4483298"/>
            <a:ext cx="4214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PAINTING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1000" y="4768900"/>
            <a:ext cx="1382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SOLUTIONS PLAYBOOK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49245" y="4768900"/>
            <a:ext cx="524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 COVER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095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90500"/>
            <a:ext cx="10488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50039" y="190500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1000" y="4317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Miniatures at Consumer Scale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1000" y="1112788"/>
            <a:ext cx="3756124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879425"/>
            <a:ext cx="38100" cy="152400"/>
          </a:xfrm>
          <a:prstGeom prst="rect">
            <a:avLst/>
          </a:prstGeom>
          <a:solidFill>
            <a:srgbClr val="FF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884188"/>
            <a:ext cx="8179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1219051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0525" y="1219051"/>
            <a:ext cx="0" cy="577453"/>
          </a:xfrm>
          <a:prstGeom prst="line">
            <a:avLst/>
          </a:prstGeom>
          <a:noFill/>
          <a:ln w="19050">
            <a:solidFill>
              <a:srgbClr val="FF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000" y="1320552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27000" y="1441103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Painting Required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7000" y="1599754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3D prints are monochrome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1000" y="1859905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0525" y="1859905"/>
            <a:ext cx="0" cy="577453"/>
          </a:xfrm>
          <a:prstGeom prst="line">
            <a:avLst/>
          </a:prstGeom>
          <a:noFill/>
          <a:ln w="19050">
            <a:solidFill>
              <a:srgbClr val="FF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000" y="1961406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27000" y="2081957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Errors Block Printing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7000" y="2240607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Non-manifold meshes cause failures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1000" y="2500759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90525" y="2500759"/>
            <a:ext cx="0" cy="577453"/>
          </a:xfrm>
          <a:prstGeom prst="line">
            <a:avLst/>
          </a:prstGeom>
          <a:noFill/>
          <a:ln w="19050">
            <a:solidFill>
              <a:srgbClr val="FF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000" y="2602260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27000" y="2722811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Tedious Slicer Repair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7000" y="2881461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mesh repair takes expertise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1000" y="3141613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90525" y="3141613"/>
            <a:ext cx="0" cy="577453"/>
          </a:xfrm>
          <a:prstGeom prst="line">
            <a:avLst/>
          </a:prstGeom>
          <a:noFill/>
          <a:ln w="19050">
            <a:solidFill>
              <a:srgbClr val="FF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000" y="3243114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27000" y="3363664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Per-Unit Cost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000" y="3522315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$50-200+ per custom piece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65600" y="1291233"/>
            <a:ext cx="12650" cy="76200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91025" y="2129433"/>
            <a:ext cx="361950" cy="403027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76750" y="2240459"/>
            <a:ext cx="194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65600" y="2608659"/>
            <a:ext cx="12650" cy="76200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06876" y="1112788"/>
            <a:ext cx="3756124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6876" y="879425"/>
            <a:ext cx="38100" cy="15240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21176" y="884188"/>
            <a:ext cx="1163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SOLUTION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06876" y="1219051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16401" y="1219051"/>
            <a:ext cx="0" cy="577453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2876" y="1320552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52876" y="1441103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Full-Color Export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52876" y="1599754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textured models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06876" y="1859905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16401" y="1859905"/>
            <a:ext cx="0" cy="577453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52876" y="1961406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52876" y="2081957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3MF Native Support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52876" y="2240607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into slicers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06876" y="2500759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016401" y="2500759"/>
            <a:ext cx="0" cy="577453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52876" y="2602260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52876" y="2722811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BambuLab AMS Ready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52876" y="2881461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multi-color printing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06876" y="3141613"/>
            <a:ext cx="3756124" cy="577453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16401" y="3141613"/>
            <a:ext cx="0" cy="577453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52876" y="3243114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52876" y="3363664"/>
            <a:ext cx="3552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Workflow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52876" y="3522315"/>
            <a:ext cx="35528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process for 1 or 1000 pieces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386786" y="3972818"/>
            <a:ext cx="1403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PAIN POINTS VS SOLUTION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4050" y="-381000"/>
            <a:ext cx="1269950" cy="1269950"/>
          </a:xfrm>
          <a:prstGeom prst="roundRect">
            <a:avLst>
              <a:gd name="adj" fmla="val 72003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095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151" y="190500"/>
            <a:ext cx="10829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713589" y="190500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17450" y="381000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Custom Miniature Services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7450" y="755600"/>
            <a:ext cx="8679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consumer-friendly price points with AI-powered production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1079450"/>
            <a:ext cx="2031950" cy="1222325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9555" y="1076325"/>
            <a:ext cx="1207740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6336" y="1279475"/>
            <a:ext cx="179418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6336" y="1835051"/>
            <a:ext cx="17941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Speed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6336" y="2006501"/>
            <a:ext cx="17941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Minutes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476351" y="1079450"/>
            <a:ext cx="2032099" cy="1222325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88456" y="1076325"/>
            <a:ext cx="1207889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95235" y="1279475"/>
            <a:ext cx="179433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95235" y="1835051"/>
            <a:ext cx="1794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Painting 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95235" y="2006501"/>
            <a:ext cx="17943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Full-color direct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635401" y="1079450"/>
            <a:ext cx="2032099" cy="1222325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7506" y="1076325"/>
            <a:ext cx="1207889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54285" y="1279475"/>
            <a:ext cx="179433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285" y="1835051"/>
            <a:ext cx="1794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Crowdfunding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285" y="2006501"/>
            <a:ext cx="17943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success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94450" y="1079450"/>
            <a:ext cx="2032099" cy="1222325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06555" y="1076325"/>
            <a:ext cx="1207889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13334" y="1279475"/>
            <a:ext cx="179433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13334" y="1835051"/>
            <a:ext cx="1794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13334" y="2006501"/>
            <a:ext cx="17943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options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17450" y="2454176"/>
            <a:ext cx="8509099" cy="126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7450" y="2454176"/>
            <a:ext cx="762000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7450" y="2593777"/>
            <a:ext cx="4159300" cy="695176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6975" y="2593777"/>
            <a:ext cx="0" cy="695176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900" y="2720727"/>
            <a:ext cx="39121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8900" y="2866727"/>
            <a:ext cx="3912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Thorns Tavern Success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8900" y="3047702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 raised in 7 days using Meshy for custom miniatures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7250" y="2593777"/>
            <a:ext cx="4159300" cy="695176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76775" y="2593777"/>
            <a:ext cx="0" cy="695176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8700" y="2720727"/>
            <a:ext cx="39121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38700" y="2866727"/>
            <a:ext cx="3912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Production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38700" y="3047702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workflow scales from 1 piece to 1000 unique designs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9882" y="3504754"/>
            <a:ext cx="9758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BUSINESS VALUE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095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90500"/>
            <a:ext cx="11406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50039" y="190500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Figurine Production Pipeline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1000" y="755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customer request to print-ready file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117550"/>
            <a:ext cx="1782663" cy="145390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337" y="1317575"/>
            <a:ext cx="14879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28337" y="1666726"/>
            <a:ext cx="14879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8337" y="2063502"/>
            <a:ext cx="14879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8337" y="2257127"/>
            <a:ext cx="1487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/ Image / Ref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39863" y="1838176"/>
            <a:ext cx="190500" cy="126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30363" y="1772989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0829" y="1117550"/>
            <a:ext cx="1782514" cy="1453902"/>
          </a:xfrm>
          <a:prstGeom prst="rect">
            <a:avLst/>
          </a:prstGeom>
          <a:solidFill>
            <a:srgbClr val="0D0D0D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90354" y="1114425"/>
            <a:ext cx="1763464" cy="2530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28167" y="1317575"/>
            <a:ext cx="14878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28167" y="1666726"/>
            <a:ext cx="14878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[AI]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28167" y="2063502"/>
            <a:ext cx="1487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Generate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28167" y="2257127"/>
            <a:ext cx="1487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3D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39543" y="1838176"/>
            <a:ext cx="190500" cy="126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30043" y="1772989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0508" y="1117550"/>
            <a:ext cx="1782663" cy="145390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7845" y="1317575"/>
            <a:ext cx="14879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927845" y="1666726"/>
            <a:ext cx="14879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[ZB]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27845" y="2063502"/>
            <a:ext cx="14879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ZBrush Polish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27845" y="2257127"/>
            <a:ext cx="1487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refine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39371" y="1838176"/>
            <a:ext cx="190500" cy="126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29871" y="1772989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80337" y="1117550"/>
            <a:ext cx="1782663" cy="145390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27674" y="1317575"/>
            <a:ext cx="14879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27674" y="1666726"/>
            <a:ext cx="14879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[3D]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27674" y="2063502"/>
            <a:ext cx="14879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and Ship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27674" y="2257127"/>
            <a:ext cx="1487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Full-color output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1000" y="2800052"/>
            <a:ext cx="83820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1000" y="2800052"/>
            <a:ext cx="5867400" cy="3810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1000" y="3003203"/>
            <a:ext cx="2368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057971" y="3003203"/>
            <a:ext cx="272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69769" y="3003203"/>
            <a:ext cx="272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481417" y="3003203"/>
            <a:ext cx="2872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1000" y="3314254"/>
            <a:ext cx="1932682" cy="260152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1500" y="3377654"/>
            <a:ext cx="15827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UNDER 30 MINUTES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30108" y="3790206"/>
            <a:ext cx="1257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WORKFLOW OVERVIEW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593527"/>
          </a:xfrm>
          <a:prstGeom prst="rect">
            <a:avLst/>
          </a:prstGeom>
          <a:solidFill>
            <a:srgbClr val="0A0A0A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75273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CFF00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49538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414266" y="549176"/>
            <a:ext cx="17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686324" y="442764"/>
            <a:ext cx="317450" cy="1265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02150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11111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76415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7175" y="549176"/>
            <a:ext cx="32410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448324" y="442764"/>
            <a:ext cx="317450" cy="1265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11111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3440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49118" y="549176"/>
            <a:ext cx="2117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140226" y="442764"/>
            <a:ext cx="317450" cy="1265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1077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11111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95342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566470" y="549176"/>
            <a:ext cx="1598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907852"/>
            <a:ext cx="1771650" cy="190500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7475" y="955477"/>
            <a:ext cx="1528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01: CUSTOMER INPUT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1000" y="1174552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Custom Request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1000" y="1596777"/>
            <a:ext cx="4095750" cy="2177951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13446" y="1593652"/>
            <a:ext cx="1630859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22909" y="2442865"/>
            <a:ext cx="21601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800"/>
              </a:spcAft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599158" y="2972991"/>
            <a:ext cx="1692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Input Methods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35769" y="3195191"/>
            <a:ext cx="1986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intent from any input format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7250" y="1596777"/>
            <a:ext cx="4095750" cy="628352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76775" y="1596777"/>
            <a:ext cx="0" cy="628352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8700" y="1723727"/>
            <a:ext cx="3847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38700" y="1844278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Prompt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38700" y="2002929"/>
            <a:ext cx="3847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description of desired model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67250" y="2326630"/>
            <a:ext cx="4095750" cy="628352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76775" y="2326630"/>
            <a:ext cx="0" cy="628352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8700" y="2453580"/>
            <a:ext cx="3847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38700" y="2574131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8700" y="2732782"/>
            <a:ext cx="3847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photos or artwork for style matching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67250" y="3056483"/>
            <a:ext cx="4095750" cy="628352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76775" y="3056483"/>
            <a:ext cx="0" cy="628352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8700" y="3183434"/>
            <a:ext cx="3847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38700" y="3303984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Sketch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38700" y="3462635"/>
            <a:ext cx="3847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Hand-drawn ideas converted to 3D models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334101" y="3990529"/>
            <a:ext cx="14574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// STEP 01 - CUSTOMER INPUT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99" y="634901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382000" cy="593527"/>
          </a:xfrm>
          <a:prstGeom prst="rect">
            <a:avLst/>
          </a:prstGeom>
          <a:solidFill>
            <a:srgbClr val="0A0A0A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75273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CFF00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32423" y="339626"/>
            <a:ext cx="136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414266" y="549176"/>
            <a:ext cx="17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86324" y="442764"/>
            <a:ext cx="317450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02150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CFF00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76415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67175" y="549176"/>
            <a:ext cx="32410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448324" y="442764"/>
            <a:ext cx="317450" cy="1265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9175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11111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03440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49118" y="549176"/>
            <a:ext cx="2117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40226" y="442764"/>
            <a:ext cx="317450" cy="1265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1077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11111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95342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566470" y="549176"/>
            <a:ext cx="1598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000" y="907852"/>
            <a:ext cx="1656904" cy="190500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7475" y="955477"/>
            <a:ext cx="14116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02: AI GENERATION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1000" y="1174552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Creates Textured 3D Model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1000" y="1596777"/>
            <a:ext cx="4922490" cy="1860500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71154" y="1593652"/>
            <a:ext cx="2942183" cy="2530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99122" y="2385715"/>
            <a:ext cx="6998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80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[AI]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075408" y="3011091"/>
            <a:ext cx="1564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Placeholder - AI Generation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93990" y="1596777"/>
            <a:ext cx="3269010" cy="685651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55915" y="1733252"/>
            <a:ext cx="3004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AI-POWERED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55915" y="1879253"/>
            <a:ext cx="3004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3D 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55915" y="2050703"/>
            <a:ext cx="3004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Full-color textures generated in minutes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93990" y="2383929"/>
            <a:ext cx="3269010" cy="685651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55915" y="2520404"/>
            <a:ext cx="3004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VARIATIONS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55915" y="2666405"/>
            <a:ext cx="3004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Options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5915" y="2837855"/>
            <a:ext cx="3004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designs for customer selection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93990" y="3171081"/>
            <a:ext cx="3269010" cy="685651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55915" y="3307556"/>
            <a:ext cx="3004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PRINT-READY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55915" y="3453557"/>
            <a:ext cx="3004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3MF Output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55915" y="3625007"/>
            <a:ext cx="3004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format with textures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447508" y="4072533"/>
            <a:ext cx="13418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// STEP 02 - AI GENERATION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593527"/>
          </a:xfrm>
          <a:prstGeom prst="rect">
            <a:avLst/>
          </a:prstGeom>
          <a:solidFill>
            <a:srgbClr val="0A0A0A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75273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CFF00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2423" y="339626"/>
            <a:ext cx="136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414266" y="549176"/>
            <a:ext cx="17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686324" y="442764"/>
            <a:ext cx="317450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02150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CFF00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59300" y="339626"/>
            <a:ext cx="136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7175" y="549176"/>
            <a:ext cx="32410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448324" y="442764"/>
            <a:ext cx="317450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CFF00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3440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49118" y="549176"/>
            <a:ext cx="2117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140226" y="442764"/>
            <a:ext cx="317450" cy="1265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1077" y="26342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11111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95342" y="339626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566470" y="549176"/>
            <a:ext cx="1598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907852"/>
            <a:ext cx="1686520" cy="190500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7475" y="955477"/>
            <a:ext cx="14418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03: ZBRUSH POLISH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1000" y="1174552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Refinement (Optional)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1000" y="1596777"/>
            <a:ext cx="8382000" cy="1479500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81263" y="1593652"/>
            <a:ext cx="4181475" cy="2530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22700" y="2217390"/>
            <a:ext cx="7125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[ZB]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537198" y="2722215"/>
            <a:ext cx="2110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Placeholder - ZBrush Polish (2x Speed)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1000" y="3203228"/>
            <a:ext cx="2709267" cy="673001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81000" y="3212753"/>
            <a:ext cx="2709267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3349228"/>
            <a:ext cx="2504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7950" y="3482578"/>
            <a:ext cx="2504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Imperfections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950" y="3654028"/>
            <a:ext cx="2504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AI-generated artifacts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17218" y="3203228"/>
            <a:ext cx="2709416" cy="673001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17218" y="3212753"/>
            <a:ext cx="2709416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44168" y="3349228"/>
            <a:ext cx="25046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44168" y="3482578"/>
            <a:ext cx="2504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Details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44168" y="3654028"/>
            <a:ext cx="25046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fine surface details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053584" y="3203228"/>
            <a:ext cx="2709416" cy="673001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53584" y="3212753"/>
            <a:ext cx="2709416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0534" y="3349228"/>
            <a:ext cx="25046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80534" y="3482578"/>
            <a:ext cx="2504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Mesh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80534" y="3654028"/>
            <a:ext cx="25046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manifold geometry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1000" y="4003179"/>
            <a:ext cx="8382000" cy="336352"/>
          </a:xfrm>
          <a:prstGeom prst="rect">
            <a:avLst/>
          </a:prstGeom>
          <a:solidFill>
            <a:srgbClr val="0A0A0A"/>
          </a:solidFill>
          <a:ln w="9525">
            <a:solidFill>
              <a:srgbClr val="2222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2925" y="413965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7827" y="4114205"/>
            <a:ext cx="30275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STEP - For premium orders requiring extra refinement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16254" y="4529882"/>
            <a:ext cx="1373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// STEP 03 - ZBRUSH POLISH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4050" y="3443734"/>
            <a:ext cx="1269950" cy="1269950"/>
          </a:xfrm>
          <a:prstGeom prst="roundRect">
            <a:avLst>
              <a:gd name="adj" fmla="val 72003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26950"/>
            <a:ext cx="8509099" cy="466576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18148" y="2031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62499" y="261789"/>
            <a:ext cx="116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526631" y="431602"/>
            <a:ext cx="1899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784699" y="353913"/>
            <a:ext cx="253901" cy="126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65550" y="2031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09901" y="261789"/>
            <a:ext cx="116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102001" y="431602"/>
            <a:ext cx="3370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495800" y="353913"/>
            <a:ext cx="253901" cy="126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5901" y="2031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0252" y="261789"/>
            <a:ext cx="116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13102" y="431602"/>
            <a:ext cx="2333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05251" y="353913"/>
            <a:ext cx="253901" cy="126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2553" y="2031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66904" y="261789"/>
            <a:ext cx="116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437287" y="431602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7450" y="739527"/>
            <a:ext cx="1582043" cy="1714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9850" y="777627"/>
            <a:ext cx="13027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COMPLETE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7450" y="987177"/>
            <a:ext cx="86792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Full-Color 3D Printed Miniatures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17450" y="1409402"/>
            <a:ext cx="4178350" cy="1590526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66689" y="1406277"/>
            <a:ext cx="2079873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375" y="1571327"/>
            <a:ext cx="3854500" cy="88895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060890" y="1839664"/>
            <a:ext cx="6914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[360]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40830" y="2561779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Turntable Render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830" y="2742754"/>
            <a:ext cx="3931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object rotation showcase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48200" y="1409402"/>
            <a:ext cx="4178350" cy="1590526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97438" y="1406277"/>
            <a:ext cx="2079873" cy="1265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0125" y="1571327"/>
            <a:ext cx="3854500" cy="88895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52211" y="1839664"/>
            <a:ext cx="5701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[3D]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71580" y="2561779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Render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1580" y="2742754"/>
            <a:ext cx="3931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miniatures in context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17450" y="3126879"/>
            <a:ext cx="8509099" cy="2530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7450" y="3279130"/>
            <a:ext cx="2031950" cy="55215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10377" y="3390156"/>
            <a:ext cx="1846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0377" y="3625007"/>
            <a:ext cx="18460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476351" y="3279130"/>
            <a:ext cx="2032099" cy="55215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69276" y="3390156"/>
            <a:ext cx="18462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569276" y="3625007"/>
            <a:ext cx="18462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 Cost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35401" y="3279130"/>
            <a:ext cx="2032099" cy="55215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28326" y="3390156"/>
            <a:ext cx="18462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3MF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28326" y="3625007"/>
            <a:ext cx="18462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94450" y="3279130"/>
            <a:ext cx="2032099" cy="552152"/>
          </a:xfrm>
          <a:prstGeom prst="rect">
            <a:avLst/>
          </a:prstGeom>
          <a:solidFill>
            <a:srgbClr val="0D0D0D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87376" y="3390156"/>
            <a:ext cx="18462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87376" y="3625007"/>
            <a:ext cx="18462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Ready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011567" y="4021634"/>
            <a:ext cx="8312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// FINAL RESULT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Printing - Full-Color Miniature Customization</dc:title>
  <dc:subject>PptxGenJS Presentation</dc:subject>
  <dc:creator>Meshy AI</dc:creator>
  <cp:lastModifiedBy>Meshy AI</cp:lastModifiedBy>
  <cp:revision>1</cp:revision>
  <dcterms:created xsi:type="dcterms:W3CDTF">2026-01-31T17:45:10Z</dcterms:created>
  <dcterms:modified xsi:type="dcterms:W3CDTF">2026-01-31T17:45:10Z</dcterms:modified>
</cp:coreProperties>
</file>